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Lora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1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C158B-7095-E33B-8494-43ADC85076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11638" y="3921125"/>
            <a:ext cx="9144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855589"/>
            <a:ext cx="1665312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898079"/>
            <a:ext cx="195240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INTERNSHIP REPORT · 2024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2178695"/>
            <a:ext cx="43977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AI/ML Internship Report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83428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Panchal Shlok Dipakkumar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· Enrollment No: 220170146036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CSE (Data Science) · AI/ML Intern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289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Infopulse Technology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548482"/>
            <a:ext cx="4107135" cy="2702049"/>
          </a:xfrm>
          <a:prstGeom prst="roundRect">
            <a:avLst>
              <a:gd name="adj" fmla="val 787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69024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About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053456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 &amp; Software Development company based in Bhuyangdev &amp; Sola (Science City Road), Ahmedabad, Gujarat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8756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3238872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734, Solaris Business Hub, Bhuyangdev, Sola Road, Ahmedabad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69024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Services Offered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49701" y="2071167"/>
            <a:ext cx="1880592" cy="726430"/>
          </a:xfrm>
          <a:prstGeom prst="roundRect">
            <a:avLst>
              <a:gd name="adj" fmla="val 2927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4891460" y="2212925"/>
            <a:ext cx="15970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Web &amp; Mobile Development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72052" y="2071167"/>
            <a:ext cx="1880592" cy="726430"/>
          </a:xfrm>
          <a:prstGeom prst="roundRect">
            <a:avLst>
              <a:gd name="adj" fmla="val 2927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6913811" y="2212925"/>
            <a:ext cx="20542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49701" y="2939355"/>
            <a:ext cx="1880592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4891460" y="3081114"/>
            <a:ext cx="20542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IoT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72052" y="2939355"/>
            <a:ext cx="1880592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6913811" y="3081114"/>
            <a:ext cx="20542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Blockchain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49701" y="3586088"/>
            <a:ext cx="1880592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1460" y="3727847"/>
            <a:ext cx="20542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UI/UX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72052" y="3586088"/>
            <a:ext cx="1880592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20" name="Text 18"/>
          <p:cNvSpPr/>
          <p:nvPr/>
        </p:nvSpPr>
        <p:spPr>
          <a:xfrm>
            <a:off x="6913811" y="3727847"/>
            <a:ext cx="20542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Digital Solutions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569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45381"/>
            <a:ext cx="35480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5F39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AI-Powered Personal Assistant Chatbot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7943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full-stack chatbot built with FastAPI + React. Users chat naturally in plain English to manage work — no forms, no menus, just conversation.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192536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7069" y="2192536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714077" y="235334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Intent Understanding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4077" y="265985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Automatically understands intent (email, calendar, tasks, employee data)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192536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3792" y="2192536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4860801" y="235334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Session Memory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60801" y="2659856"/>
            <a:ext cx="40834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Remembers past conversations across sessions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416052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069" y="3416052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714077" y="357686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Google Integration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4077" y="3883372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Connects to real Google services (Gmail, Calendar, Tasks)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416052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3792" y="3416052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9" name="Text 17"/>
          <p:cNvSpPr/>
          <p:nvPr/>
        </p:nvSpPr>
        <p:spPr>
          <a:xfrm>
            <a:off x="4860801" y="357686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60801" y="3883372"/>
            <a:ext cx="40834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Secured with JWT authentication + Google OAuth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Backend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FastAPI, MongoDB Atlas, Redis, Groq LLM (llama-3.1-8b), Gemini Embeddings, Google APIs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44445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React, Vite, Tailwind CSS, Axios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Infrastructure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MongoDB Vector Search, Redis cache, JWT auth, Google OAuth 2.0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Layer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LLM-based intent detection, RAG pipeline, rolling conversation summarisation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17525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822871"/>
            <a:ext cx="794645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Flow: React → FastAPI → LLM Intent Detector → Route to Handler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17" y="1069628"/>
            <a:ext cx="7427491" cy="32029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7985" y="3665162"/>
            <a:ext cx="2142260" cy="21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Route to Handler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57985" y="2923736"/>
            <a:ext cx="2142260" cy="21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LLM Intent Detector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57985" y="2189798"/>
            <a:ext cx="2142260" cy="21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57985" y="1448372"/>
            <a:ext cx="2142260" cy="21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7336" y="4366022"/>
            <a:ext cx="7489254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Seven intent routes: </a:t>
            </a: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email_send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&amp; </a:t>
            </a: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email_read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(Gmail API), </a:t>
            </a: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calendar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(Google Calendar API), </a:t>
            </a: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tasks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(Google Tasks API), </a:t>
            </a: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db_query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&amp; </a:t>
            </a: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crud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(MongoDB), and </a:t>
            </a: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default</a:t>
            </a: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(RAG vector search on employee KB). Redis stores active multi-step flow state per user so email compose and calendar creation flows don't break mid-conversation.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89036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RAG Pipeline &amp; AI Memory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128340"/>
            <a:ext cx="6831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74489" y="1305967"/>
            <a:ext cx="3759622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674489" y="1391022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Session Loading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4489" y="1657499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Last 20 messages loaded per session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74489" y="1994520"/>
            <a:ext cx="6831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4489" y="2172146"/>
            <a:ext cx="3759622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674489" y="2257202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Auto-Summarisation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4489" y="2523679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Auto-summarised when token limit (10,000) is reached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4489" y="2860700"/>
            <a:ext cx="6831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4489" y="3038326"/>
            <a:ext cx="3759622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674489" y="3123381"/>
            <a:ext cx="189852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Cross-Session Memory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4489" y="3389858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Past session summaries injected as cross-session memory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4489" y="3726879"/>
            <a:ext cx="6831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4489" y="3904506"/>
            <a:ext cx="3759622" cy="1428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674489" y="398956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Thread Titles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4489" y="4256038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Thread titles auto-generated after first exchange</a:t>
            </a:r>
            <a:endParaRPr lang="en-US" sz="850" dirty="0"/>
          </a:p>
        </p:txBody>
      </p:sp>
      <p:pic>
        <p:nvPicPr>
          <p:cNvPr id="19" name="RAG Diagram" descr="rag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000" y="700000"/>
            <a:ext cx="3900000" cy="39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76014"/>
            <a:ext cx="4617244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Features &amp; Functionalities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643" y="937320"/>
            <a:ext cx="4001691" cy="1097459"/>
          </a:xfrm>
          <a:prstGeom prst="roundRect">
            <a:avLst>
              <a:gd name="adj" fmla="val 1605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638994" y="1054671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881" y="1151483"/>
            <a:ext cx="158428" cy="1584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8994" y="1504057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Email Management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8994" y="1745754"/>
            <a:ext cx="422418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Compose, send, read Gmail emails through natural conversation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20518" y="937320"/>
            <a:ext cx="4001765" cy="1097459"/>
          </a:xfrm>
          <a:prstGeom prst="roundRect">
            <a:avLst>
              <a:gd name="adj" fmla="val 1605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4737869" y="1054671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4756" y="1151483"/>
            <a:ext cx="158428" cy="1584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7869" y="1504057"/>
            <a:ext cx="193565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Calendar Management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37869" y="1745754"/>
            <a:ext cx="42242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 Google Calendar events with attendee support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21643" y="2131963"/>
            <a:ext cx="4001691" cy="1269132"/>
          </a:xfrm>
          <a:prstGeom prst="roundRect">
            <a:avLst>
              <a:gd name="adj" fmla="val 1388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638994" y="2249314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881" y="2346127"/>
            <a:ext cx="158428" cy="1584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994" y="2698700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Task Management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38994" y="2940397"/>
            <a:ext cx="422418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Add, view, and complete personal Google Tasks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20518" y="2131963"/>
            <a:ext cx="4001765" cy="1269132"/>
          </a:xfrm>
          <a:prstGeom prst="roundRect">
            <a:avLst>
              <a:gd name="adj" fmla="val 1388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4737869" y="2249314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1B5F3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4756" y="2346127"/>
            <a:ext cx="158428" cy="1584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37869" y="2698700"/>
            <a:ext cx="220198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Employee Knowledge Base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37869" y="2940397"/>
            <a:ext cx="37670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Ask about any employee's details — name, email, phone, department, location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21643" y="3498279"/>
            <a:ext cx="4001691" cy="1269132"/>
          </a:xfrm>
          <a:prstGeom prst="roundRect">
            <a:avLst>
              <a:gd name="adj" fmla="val 1388"/>
            </a:avLst>
          </a:prstGeom>
          <a:solidFill>
            <a:srgbClr val="F0EDE6"/>
          </a:solidFill>
          <a:ln/>
        </p:spPr>
      </p:sp>
      <p:sp>
        <p:nvSpPr>
          <p:cNvPr id="24" name="Shape 18"/>
          <p:cNvSpPr/>
          <p:nvPr/>
        </p:nvSpPr>
        <p:spPr>
          <a:xfrm>
            <a:off x="638994" y="3615630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1B5F3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5881" y="3712443"/>
            <a:ext cx="158428" cy="1584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994" y="4065017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Employee CRUD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38994" y="4306714"/>
            <a:ext cx="422418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Add, update, or delete employee records from the database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620518" y="3498279"/>
            <a:ext cx="4001765" cy="1269132"/>
          </a:xfrm>
          <a:prstGeom prst="roundRect">
            <a:avLst>
              <a:gd name="adj" fmla="val 1388"/>
            </a:avLst>
          </a:prstGeom>
          <a:solidFill>
            <a:srgbClr val="F0EDE6"/>
          </a:solidFill>
          <a:ln/>
        </p:spPr>
      </p:sp>
      <p:sp>
        <p:nvSpPr>
          <p:cNvPr id="29" name="Shape 22"/>
          <p:cNvSpPr/>
          <p:nvPr/>
        </p:nvSpPr>
        <p:spPr>
          <a:xfrm>
            <a:off x="4737869" y="3615630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1B5F39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4756" y="3712443"/>
            <a:ext cx="158428" cy="15842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37869" y="4065017"/>
            <a:ext cx="19246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Multi-turn Flows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37869" y="4306714"/>
            <a:ext cx="37670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Email and calendar creation are guided step-by-step, asking for missing info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34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Database Design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17936"/>
            <a:ext cx="4107135" cy="2163217"/>
          </a:xfrm>
          <a:prstGeom prst="roundRect">
            <a:avLst>
              <a:gd name="adj" fmla="val 983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5969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MongoDB Collections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22909"/>
            <a:ext cx="3823618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users</a:t>
            </a: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email, hashed password, Google token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threads</a:t>
            </a: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chat sessions, title, user reference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messages</a:t>
            </a: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role, content, timestamp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employee_kb</a:t>
            </a: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text, 768-dim embedding, metadata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ingestion_manifest</a:t>
            </a: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Excel filename + MD5 hash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summaries</a:t>
            </a: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per thread rollback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95969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Redis Keys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49701" y="2340620"/>
            <a:ext cx="1880592" cy="1359917"/>
          </a:xfrm>
          <a:prstGeom prst="roundRect">
            <a:avLst>
              <a:gd name="adj" fmla="val 6724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0651" y="2340620"/>
            <a:ext cx="76200" cy="135991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4967660" y="2501429"/>
            <a:ext cx="15018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email_state:{user_id}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7660" y="3086100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Tracks in-progress email compose 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72052" y="2340620"/>
            <a:ext cx="1880592" cy="1359917"/>
          </a:xfrm>
          <a:prstGeom prst="roundRect">
            <a:avLst>
              <a:gd name="adj" fmla="val 6724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53002" y="2340620"/>
            <a:ext cx="76200" cy="1359917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6990011" y="2501429"/>
            <a:ext cx="19590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cal_state:{user_id}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90011" y="2864644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Tracks in-progress calendar creation flow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78185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UI Walkthrough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0640" y="1239813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Screens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80640" y="1587326"/>
            <a:ext cx="3923854" cy="1174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Login / Register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JWT-based auth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Chat Page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Sidebar with thread history + main chat window + message input</a:t>
            </a:r>
            <a:endParaRPr lang="en-US" sz="1050" dirty="0"/>
          </a:p>
          <a:p>
            <a:pPr marL="342900" indent="-342900" algn="l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Profile Modal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Connect Google account (Gmail + Calendar + Tasks)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4269" y="1239813"/>
            <a:ext cx="225422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Example Conversations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25219" y="1584945"/>
            <a:ext cx="38100" cy="111970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7" name="Text 5"/>
          <p:cNvSpPr/>
          <p:nvPr/>
        </p:nvSpPr>
        <p:spPr>
          <a:xfrm>
            <a:off x="4919663" y="1603995"/>
            <a:ext cx="1703412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"Send an email to Priya about tomorrow's meeting" → bot guides through subject, body, confirmation → sends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70266" y="1584945"/>
            <a:ext cx="38100" cy="1119708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6964710" y="1603995"/>
            <a:ext cx="1703412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"Schedule a standup every Monday at 10am with the dev team" → extracts recurrence, attendees → creates event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5219" y="2932584"/>
            <a:ext cx="38100" cy="903387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1" name="Text 9"/>
          <p:cNvSpPr/>
          <p:nvPr/>
        </p:nvSpPr>
        <p:spPr>
          <a:xfrm>
            <a:off x="4919663" y="2951634"/>
            <a:ext cx="170341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"List all AIML interns in Surat" → queries MongoDB → returns filtered list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70266" y="2932584"/>
            <a:ext cx="38100" cy="903387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4710" y="2951634"/>
            <a:ext cx="170341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"What is Anand's phone number?" → RAG search → returns only that one field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25219" y="4063901"/>
            <a:ext cx="38100" cy="470743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663" y="4082951"/>
            <a:ext cx="374846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"Add a task: submit report by Friday" → creates Google Task instantly</a:t>
            </a:r>
            <a:endParaRPr lang="en-US" sz="1050" dirty="0"/>
          </a:p>
        </p:txBody>
      </p:sp>
      <p:pic>
        <p:nvPicPr>
          <p:cNvPr id="20" name="UI Screenshot" descr="ui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30" y="2728902"/>
            <a:ext cx="3900000" cy="18057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6226"/>
            <a:ext cx="399730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Challenges &amp; Learnings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5162" y="107067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888727" y="1116285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Multi-turn Flows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88727" y="1398687"/>
            <a:ext cx="82473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Redis state kept email/calendar flows alive across API calls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5162" y="1853803"/>
            <a:ext cx="298996" cy="29899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888727" y="1899419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RAG Hallucination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8727" y="2181820"/>
            <a:ext cx="82473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Prevented by strict prompt rules + similarity score threshold (≥ 0.75)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5162" y="2636937"/>
            <a:ext cx="298996" cy="29899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888727" y="2682553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Excel Re-ingestion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8727" y="2964954"/>
            <a:ext cx="82473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MD5 hash optimisation — no wasted API calls on unchanged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162" y="342007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888727" y="3465686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Intent Edge Cases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8727" y="3748087"/>
            <a:ext cx="82473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"List tasks" vs "list employees" required detailed LLM prompt with conflict resolution rules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162" y="4203204"/>
            <a:ext cx="298996" cy="298996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888727" y="4248820"/>
            <a:ext cx="213479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Cross-session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8727" y="4531221"/>
            <a:ext cx="824731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Built by summarising old threads and injecting them as context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716</Words>
  <Application>Microsoft Office PowerPoint</Application>
  <PresentationFormat>On-screen Show (16:9)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Alice Light</vt:lpstr>
      <vt:lpstr>Arial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Shlok Panchal</dc:creator>
  <cp:lastModifiedBy>Shlok Panchal</cp:lastModifiedBy>
  <cp:revision>3</cp:revision>
  <dcterms:created xsi:type="dcterms:W3CDTF">2026-05-18T04:04:25Z</dcterms:created>
  <dcterms:modified xsi:type="dcterms:W3CDTF">2026-05-18T04:16:10Z</dcterms:modified>
</cp:coreProperties>
</file>